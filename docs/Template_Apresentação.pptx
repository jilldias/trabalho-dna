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81B22"/>
          </a:solidFill>
          <a:ln w="12700">
            <a:solidFill>
              <a:srgbClr val="B81B22"/>
            </a:solidFill>
            <a:prstDash val="solid"/>
          </a:ln>
        </p:spPr>
      </p:sp>
      <p:pic>
        <p:nvPicPr>
          <p:cNvPr id="3" name="Image 0" descr="/home/claude/pptx/logo_fate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0" y="548640"/>
            <a:ext cx="164592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Fatec Ourinhos  •  ADS  •  Linguagem C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097280" y="1828800"/>
            <a:ext cx="2560320" cy="45720"/>
          </a:xfrm>
          <a:prstGeom prst="rect">
            <a:avLst/>
          </a:prstGeom>
          <a:solidFill>
            <a:srgbClr val="B81B22"/>
          </a:solidFill>
          <a:ln w="12700">
            <a:solidFill>
              <a:srgbClr val="B81B2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Analisador de DNA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097280" y="2880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Prático Final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9728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41605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integrante 1]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integrante 2]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integrante 3]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integrante 4]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integrante 5]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Turma: [X]   •   Data: [DD/MM/AAAA]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motivação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36576"/>
          </a:xfrm>
          <a:prstGeom prst="rect">
            <a:avLst/>
          </a:prstGeom>
          <a:solidFill>
            <a:srgbClr val="B81B22"/>
          </a:solidFill>
          <a:ln w="12700">
            <a:solidFill>
              <a:srgbClr val="B8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36576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6B7378">
              <a:alpha val="20000"/>
            </a:srgbClr>
          </a:solidFill>
          <a:ln w="6350">
            <a:solidFill>
              <a:srgbClr val="6B7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365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  1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DNA?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sequência das bases A, T, C, G — em programação, tratamos como uma string.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tema importa?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bioinformática é uma das áreas que mais cresce no mundo. Empresas como Illumina, Roche e laboratórios de pesquisa precisam de programadores que saibam manipular sequências.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0" y="155448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B81B22">
              <a:alpha val="15000"/>
            </a:srgbClr>
          </a:solidFill>
          <a:ln w="19050">
            <a:solidFill>
              <a:srgbClr val="B81B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63840" y="155448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1565C0">
              <a:alpha val="15000"/>
            </a:srgbClr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12480" y="155448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D67D00">
              <a:alpha val="15000"/>
            </a:srgbClr>
          </a:solidFill>
          <a:ln w="19050">
            <a:solidFill>
              <a:srgbClr val="D67D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61120" y="155448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D7A2D">
              <a:alpha val="15000"/>
            </a:srgbClr>
          </a:solidFill>
          <a:ln w="19050">
            <a:solidFill>
              <a:srgbClr val="2D7A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09760" y="155448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D7A2D">
              <a:alpha val="15000"/>
            </a:srgbClr>
          </a:solidFill>
          <a:ln w="19050">
            <a:solidFill>
              <a:srgbClr val="2D7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058400" y="155448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D67D00">
              <a:alpha val="15000"/>
            </a:srgbClr>
          </a:solidFill>
          <a:ln w="19050">
            <a:solidFill>
              <a:srgbClr val="D67D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607040" y="155448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1565C0">
              <a:alpha val="15000"/>
            </a:srgbClr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155680" y="155448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B81B22">
              <a:alpha val="15000"/>
            </a:srgbClr>
          </a:solidFill>
          <a:ln w="19050">
            <a:solidFill>
              <a:srgbClr val="B81B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315200" y="2560320"/>
            <a:ext cx="4434840" cy="22860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269748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dna[] = "ATGCCGTAA";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A7E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 com 4 caracteres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A7E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possíveis: a base da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A7E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bioinformática.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Analisador de DNA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faz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36576"/>
          </a:xfrm>
          <a:prstGeom prst="rect">
            <a:avLst/>
          </a:prstGeom>
          <a:solidFill>
            <a:srgbClr val="B81B22"/>
          </a:solidFill>
          <a:ln w="12700">
            <a:solidFill>
              <a:srgbClr val="B8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36576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6B7378">
              <a:alpha val="20000"/>
            </a:srgbClr>
          </a:solidFill>
          <a:ln w="6350">
            <a:solidFill>
              <a:srgbClr val="6B7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365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  1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implementadas: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 validação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Listagem formatada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de bases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do conteúdo GC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 motifs (padrões)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 por tamanho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Salvar/carregar arquivo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por Hamming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Conteúdos de C aplicados: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e tipos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switch, laços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modulares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 strings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 (algoritmo X)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Ponteiros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 de arquivos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partes:  </a:t>
            </a:r>
            <a:pPr algn="ctr" indent="0" marL="0">
              <a:buNone/>
            </a:pPr>
            <a:r>
              <a:rPr lang="en-US" sz="1400" b="1" dirty="0">
                <a:solidFill>
                  <a:srgbClr val="2D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 (60%)</a:t>
            </a:r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ctr" indent="0" marL="0">
              <a:buNone/>
            </a:pPr>
            <a:r>
              <a:rPr lang="en-US" sz="1400" b="1" dirty="0">
                <a:solidFill>
                  <a:srgbClr val="D6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Intermediário (20%)</a:t>
            </a:r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ctr" indent="0" marL="0">
              <a:buNone/>
            </a:pPr>
            <a:r>
              <a:rPr lang="en-US" sz="14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Avançado (20%)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Analisador de DNA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modular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36576"/>
          </a:xfrm>
          <a:prstGeom prst="rect">
            <a:avLst/>
          </a:prstGeom>
          <a:solidFill>
            <a:srgbClr val="B81B22"/>
          </a:solidFill>
          <a:ln w="12700">
            <a:solidFill>
              <a:srgbClr val="B8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36576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6B7378">
              <a:alpha val="20000"/>
            </a:srgbClr>
          </a:solidFill>
          <a:ln w="6350">
            <a:solidFill>
              <a:srgbClr val="6B7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365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  2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Decidimos dividir o código em 6 módulos (cada um com .c + .h):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828800"/>
          <a:ext cx="94183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84632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3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Responsabilidade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3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fez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37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33B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main.c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principal e integração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Integrante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33B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cadastro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Inclusão, listagem, validação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Integrante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33B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analise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Contagem, GC, motif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Integrante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33B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ordenacao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 de ordenação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Integrante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33B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arquivo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Salvar / carregar do disco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Integrante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33B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comparacao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Distância de Hamming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Integrante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852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automatizado com Makefile  →  make, make run, make clean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Analisador de DNA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— Básico (6,0 pts)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36576"/>
          </a:xfrm>
          <a:prstGeom prst="rect">
            <a:avLst/>
          </a:prstGeom>
          <a:solidFill>
            <a:srgbClr val="B81B22"/>
          </a:solidFill>
          <a:ln w="12700">
            <a:solidFill>
              <a:srgbClr val="B8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36576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6B7378">
              <a:alpha val="20000"/>
            </a:srgbClr>
          </a:solidFill>
          <a:ln w="6350">
            <a:solidFill>
              <a:srgbClr val="6B7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365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  3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demo: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1155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Seq_A = ATGCCGTAACGGATTAGCC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cadastrar sequência inválida (com letra X) → rejeita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Seq_B (rica em GC) e Seq_C (rica em AT)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todas → tabela formatada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bases da Seq_A → A=5, T=4, C=5, G=5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GC: Seq_A=52,63%  |  Seq_B=80%  |  Seq_C=0%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validação rigorosa, modularização em funções pequenas, do-while + switch no menu.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Analisador de DNA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— Intermediário (2,0 pts)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36576"/>
          </a:xfrm>
          <a:prstGeom prst="rect">
            <a:avLst/>
          </a:prstGeom>
          <a:solidFill>
            <a:srgbClr val="B81B22"/>
          </a:solidFill>
          <a:ln w="12700">
            <a:solidFill>
              <a:srgbClr val="B8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36576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6B7378">
              <a:alpha val="20000"/>
            </a:srgbClr>
          </a:solidFill>
          <a:ln w="6350">
            <a:solidFill>
              <a:srgbClr val="6B7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365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  2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ordenar sequências por tamanho + buscar motif GAT.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Refatoração com struct: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486400" cy="27432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6888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nome[31];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dna[201];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tamanho;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gc;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Sequencia;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Sequencia banco[10];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escolhido: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[Bubble / Selection / Insertion] Sort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834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 [justificativa do grupo]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 motif: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4069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 padrões biológicos como TATA (início de genes), GAATTC (enzima EcoRI), ATG (códon de início).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Analisador de DNA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 — Avançado (2,0 pts)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36576"/>
          </a:xfrm>
          <a:prstGeom prst="rect">
            <a:avLst/>
          </a:prstGeom>
          <a:solidFill>
            <a:srgbClr val="B81B22"/>
          </a:solidFill>
          <a:ln w="12700">
            <a:solidFill>
              <a:srgbClr val="B8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36576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6B7378">
              <a:alpha val="20000"/>
            </a:srgbClr>
          </a:solidFill>
          <a:ln w="6350">
            <a:solidFill>
              <a:srgbClr val="6B7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365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  3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salvar, fechar, reabrir, carregar do arquivo, comparar com Hamming.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em arquivo: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486400" cy="23774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231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*arq = fopen(</a:t>
            </a:r>
            <a:pPr indent="0" marL="0">
              <a:buNone/>
            </a:pPr>
            <a:r>
              <a:rPr lang="en-US" sz="1300" dirty="0">
                <a:solidFill>
                  <a:srgbClr val="067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"seqs.txt"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067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(arq == </a:t>
            </a:r>
            <a:pPr indent="0" marL="0">
              <a:buNone/>
            </a:pPr>
            <a:r>
              <a:rPr lang="en-US" sz="13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...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fprintf(arq, </a:t>
            </a:r>
            <a:pPr indent="0" marL="0">
              <a:buNone/>
            </a:pPr>
            <a:r>
              <a:rPr lang="en-US" sz="1300" dirty="0">
                <a:solidFill>
                  <a:srgbClr val="067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"%s\n"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s.nome);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fprintf(arq, </a:t>
            </a:r>
            <a:pPr indent="0" marL="0">
              <a:buNone/>
            </a:pPr>
            <a:r>
              <a:rPr lang="en-US" sz="1300" dirty="0">
                <a:solidFill>
                  <a:srgbClr val="067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"%s\n"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s.dna);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fclose(arq);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com ponteiros: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2286000"/>
            <a:ext cx="5349240" cy="32004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423160"/>
            <a:ext cx="5166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hamming(Sequencia *s1,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Sequencia *s2)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(s1-&gt;tamanho != s2-&gt;tamanho)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 =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2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i=0; i&lt;s1-&gt;tamanho; i++)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(s1-&gt;dna[i] != s2-&gt;dna[i]) d++;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7607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Hamming(Seq_A, Seq_E) = 1  →  mutação genética simulada.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Analisador de DNA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testes executado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36576"/>
          </a:xfrm>
          <a:prstGeom prst="rect">
            <a:avLst/>
          </a:prstGeom>
          <a:solidFill>
            <a:srgbClr val="B81B22"/>
          </a:solidFill>
          <a:ln w="12700">
            <a:solidFill>
              <a:srgbClr val="B8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36576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6B7378">
              <a:alpha val="20000"/>
            </a:srgbClr>
          </a:solidFill>
          <a:ln w="6350">
            <a:solidFill>
              <a:srgbClr val="6B7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365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  1,5 min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1463040"/>
          <a:ext cx="75895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3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3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3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— Básico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T01–T11 (11 testes)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de 11 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 — Intermediário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T12–T16 (5 testes)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de 5 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 — Avançado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T17–T22 (6 testes)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de 6 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testes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de 22 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encontrados (e corrigidos):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47091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Citar 1 bug interessante encontrado durante os testes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Citar outro bug, se houver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5852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completa de testes no relatório (Anexo A).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Analisador de DNA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Dificuldades e aprendizados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36576"/>
          </a:xfrm>
          <a:prstGeom prst="rect">
            <a:avLst/>
          </a:prstGeom>
          <a:solidFill>
            <a:srgbClr val="B81B22"/>
          </a:solidFill>
          <a:ln w="12700">
            <a:solidFill>
              <a:srgbClr val="B8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36576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6B7378">
              <a:alpha val="20000"/>
            </a:srgbClr>
          </a:solidFill>
          <a:ln w="6350">
            <a:solidFill>
              <a:srgbClr val="6B7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365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  1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dificuldades: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155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Ponteiros — confusão inicial entre * e &amp;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 de arquivos — esquecer de verificar NULL causava crash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do grupo — resolvido com Git e reuniões curtas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aprendizados: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Modularização facilita TUDO: dividir tarefas, testar, debugar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entradas evita horas de debug depois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 com -Wall -Wextra pega bugs antes deles virarem problema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Analisador de DNA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81B22"/>
          </a:solidFill>
          <a:ln w="12700">
            <a:solidFill>
              <a:srgbClr val="B8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029200" y="3291840"/>
            <a:ext cx="2103120" cy="36576"/>
          </a:xfrm>
          <a:prstGeom prst="rect">
            <a:avLst/>
          </a:prstGeom>
          <a:solidFill>
            <a:srgbClr val="B81B22"/>
          </a:solidFill>
          <a:ln w="12700">
            <a:solidFill>
              <a:srgbClr val="B81B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566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Código-fonte: TrabalhoDNA_GRUPO_X.zip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Relatório: Relatorio.pdf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669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algn="ctr" indent="0" marL="0">
              <a:buNone/>
            </a:pPr>
            <a:r>
              <a:rPr lang="en-US" sz="3600" b="1" dirty="0">
                <a:solidFill>
                  <a:srgbClr val="2D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algn="ctr" indent="0" marL="0">
              <a:buNone/>
            </a:pPr>
            <a:r>
              <a:rPr lang="en-US" sz="3600" b="1" dirty="0">
                <a:solidFill>
                  <a:srgbClr val="D6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Analisador de DNA</dc:title>
  <dc:subject>PptxGenJS Presentation</dc:subject>
  <dc:creator>Fatec Ourinhos - ADS</dc:creator>
  <cp:lastModifiedBy>Fatec Ourinhos - ADS</cp:lastModifiedBy>
  <cp:revision>1</cp:revision>
  <dcterms:created xsi:type="dcterms:W3CDTF">2026-05-26T14:26:39Z</dcterms:created>
  <dcterms:modified xsi:type="dcterms:W3CDTF">2026-05-26T14:26:39Z</dcterms:modified>
</cp:coreProperties>
</file>